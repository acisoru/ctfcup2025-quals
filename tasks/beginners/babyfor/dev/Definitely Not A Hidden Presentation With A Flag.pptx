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60987-B9E6-4A18-82EA-9FC9DA97A1F9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3628D-C152-49C1-96ED-B1AA1536F6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81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3628D-C152-49C1-96ED-B1AA1536F68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533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67B5F-AF94-7007-E043-4E722BF6A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5E8E90-3CBA-FA31-C75D-5D8F15690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4C0BD1-9C1E-67DB-0A00-C9D0BB76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560D49-E6F3-A4BF-BCC6-A4F367F0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0F6634-1E28-9948-E8D0-762BB620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09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2297B7-9E51-73EB-0290-4B87CD59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41F030-28F1-F9F0-B75E-4B1DFBFE5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4C6C65-CBE9-8A3F-BAF7-3CBA797F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21AA49-59D4-9C26-E26A-B3B3934A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B40A06-6E4D-3B55-99C8-4C2FEF53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55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F79D76-EA1F-1A7A-DF53-2F5569D1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BE9A9B-0152-628E-0975-90EB94DD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DD058-51CC-9975-C52B-5F1040B8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570C52-F8D1-3781-5D2B-255BBE2DC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68F2A-D318-10F4-D56A-D6076CD2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75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C4FC2-8C75-1ECE-669B-044883B4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9F7EA-1614-8B1E-5D66-56CBDBB40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31420C-AE5B-05DA-7DF4-FFBAE1F7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DB404C-BEEA-3F61-CF01-3FBA2AB7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399800-83B8-4723-1300-38B146FC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36D41E-B045-D139-B0D4-295DAB82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11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7A2E1-54CF-4F74-F01D-529BF5E0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8AD76C-6ED0-B189-B2A3-D045B6736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A7BBBF-E14B-4EA4-5D8E-95D6E64D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6CAA360-4DF6-E045-2528-7D3BF0DE7F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0C8C6E-3B63-4B5E-F4FC-6D1BE4A40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CBA22D-FF45-1466-4D78-FC3C2E9C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A9A293-158A-B5F5-38E2-6DF970B9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E6627F6-8763-2BB9-41DF-5AEF638B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67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DE73DD-14C3-76D2-1FA8-14B1D91F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65826E-1735-D383-D4C7-0BAC1B7F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6EBFDE-0D8B-4EDD-C603-D6C518BB0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E0C71C-EA71-FB7A-947D-BBB422668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23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86C28F-1A7E-6977-E10A-63466A12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421718-2611-DD6A-9E3B-E57C7F50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34C91D-9A1E-F740-FDF2-B3C95A23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189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27684-3087-D6F0-8143-7321EEB3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40FAA-AD52-B83F-BA8A-9923BC8D2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038887-67E9-4AA5-92C4-5BFA7A6D2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E1C60A-E8FC-F834-AFA4-0923D15E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8EDAE-2655-6DD3-E1EC-A6135E5E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B2401E-71C1-A023-FBB2-1432178A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23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37927-6B9C-B95E-61A6-78CE4E9F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C58C8C8-3432-18FE-80D2-7A64B9636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106594-B189-8AE8-2B82-651863CF2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4F65EA-CCFD-1B89-C5C7-879D9457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E634E9-C98F-7975-4878-3F86EAF96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360DE8-20E2-DCAE-BE2D-8880FF4E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06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D742C-5F00-5CF8-1AA1-12587331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9C8E7-FCB7-C9EA-5330-92408A79F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2EE3E2-F11F-B810-A3B0-1F77EF6E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5B351-DDF1-372F-79D7-E5C908DCC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85D328-0231-B617-A4AE-75DA069D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24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F60DAA-946A-1F3B-E865-A09E31EB1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D89459-CB63-53D4-8AD4-BFA4672B4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F32A9E-2A17-A024-308D-A1A24B35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A3DD56-A27E-A356-D8D2-A75D83A0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1B9FF3-56DC-F4BF-7433-16028FCB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11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EEAB6-3590-B5A9-10D9-9E81019F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9B9403-2A9A-CD8B-15FB-ECC4805D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38ABAB-3915-99E1-D8B0-8CA43DB800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E37CF-E5B7-4866-8286-E03AD19B8132}" type="datetimeFigureOut">
              <a:rPr lang="ru-RU" smtClean="0"/>
              <a:t>22.10.2025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548FC-8E14-6078-8C33-40523D91F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CF4CD-28BD-FC9B-E0D7-6A6A5B81E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45BB3-144D-402D-8BE8-8A03F3BBB0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76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7E501-CD36-032A-EDB0-4F5BF82E4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 flags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E77714-9397-A937-FEFB-B161359FA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you!</a:t>
            </a:r>
          </a:p>
          <a:p>
            <a:r>
              <a:rPr lang="en-US" dirty="0"/>
              <a:t>Sorry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6061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8548C3-466C-2BEB-8583-B04AB8C74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76" b="3682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99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Широкоэкранный</PresentationFormat>
  <Paragraphs>4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Тема Office</vt:lpstr>
      <vt:lpstr>No flags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</dc:creator>
  <cp:lastModifiedBy>gg</cp:lastModifiedBy>
  <cp:revision>4</cp:revision>
  <dcterms:created xsi:type="dcterms:W3CDTF">2025-10-21T21:42:16Z</dcterms:created>
  <dcterms:modified xsi:type="dcterms:W3CDTF">2025-10-21T21:46:10Z</dcterms:modified>
</cp:coreProperties>
</file>